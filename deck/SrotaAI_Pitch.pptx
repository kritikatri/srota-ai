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BD5E1"/>
                </a:solidFill>
                <a:latin typeface="Calibri"/>
              </a:rPr>
              <a:t>SROTAAI  ·  AI FOR BHARAT 2026  ·  THEME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Healthcare signals already exist online.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BD5E1"/>
                </a:solidFill>
                <a:latin typeface="Calibri"/>
              </a:rPr>
              <a:t>Current systems are not designed to continuously listen to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SrotaAI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BD5E1"/>
                </a:solidFill>
                <a:latin typeface="Calibri"/>
              </a:rPr>
              <a:t>Real-time pharmacovigilance signal intelligence for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Calibri"/>
              </a:rPr>
              <a:t>THE ORIGIN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A product analyst's frustration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•  </a:t>
            </a:r>
            <a:r>
              <a:rPr sz="1800">
                <a:solidFill>
                  <a:srgbClr val="0F172A"/>
                </a:solidFill>
                <a:latin typeface="Calibri"/>
              </a:rPr>
              <a:t>As a Product Analyst at a healthcare company, market research is a major part of my work.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•  </a:t>
            </a:r>
            <a:r>
              <a:rPr sz="1800">
                <a:solidFill>
                  <a:srgbClr val="0F172A"/>
                </a:solidFill>
                <a:latin typeface="Calibri"/>
              </a:rPr>
              <a:t>While researching public feedback for a healthcare monitoring product, I found myself manually scrolling through Reddit, forums, Google reviews, Facebook groups, and AI search tools — just to understand recurring patient concerns.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•  </a:t>
            </a:r>
            <a:r>
              <a:rPr sz="1800">
                <a:solidFill>
                  <a:srgbClr val="0F172A"/>
                </a:solidFill>
                <a:latin typeface="Calibri"/>
              </a:rPr>
              <a:t>The information already existed online.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•  </a:t>
            </a:r>
            <a:r>
              <a:rPr sz="1800">
                <a:solidFill>
                  <a:srgbClr val="0F172A"/>
                </a:solidFill>
                <a:latin typeface="Calibri"/>
              </a:rPr>
              <a:t>But there was no intelligent system capable of continuously listening, organizing, validating, and investigating these fragmented healthcare conversations in real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  <a:latin typeface="Calibri"/>
              </a:rPr>
              <a:t>That experience became the starting point for SrotaAI.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SrotaAI · Real-Time Pharmacovigilance for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Calibri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Why existing systems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TODAY'S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Manual scrolling across dozens of channels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Fragmented across Reddit, forums, reviews, social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Reactive — react to news, not to early chatter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Hard to scale across drugs, geographies,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MOST TOOLS STOP 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97706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Tracking mentions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97706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Monitoring keywords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97706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Generating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023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VERY FEW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38912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Validate signals statistically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Connect evidence to claims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Provide explainability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•  </a:t>
            </a:r>
            <a:r>
              <a:rPr sz="1500">
                <a:solidFill>
                  <a:srgbClr val="0F172A"/>
                </a:solidFill>
                <a:latin typeface="Calibri"/>
              </a:rPr>
              <a:t>Support investigation workflows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92531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The challenge is not lack of data. It's the lack of intelligent listening infrastructure.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SrotaAI · Real-Time Pharmacovigilance for India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Calibri"/>
              </a:rPr>
              <a:t>INTRODUCING SROTAAI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An explainable pharmacovigilance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Transforms patient-generated internet data into statistically validated healthcare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9441" y="2834640"/>
            <a:ext cx="1097280" cy="109728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" y="31546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241" y="4114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241" y="44805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Public sources, 24×7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8324" y="2834640"/>
            <a:ext cx="1097280" cy="10972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8324" y="31546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124" y="4114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124" y="44805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Entities &amp; sentiment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47207" y="2834640"/>
            <a:ext cx="1097280" cy="109728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7207" y="31546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0007" y="4114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Correlate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0007" y="44805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Drug ↔ symptom pairs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66090" y="2834640"/>
            <a:ext cx="1097280" cy="1097280"/>
          </a:xfrm>
          <a:prstGeom prst="roundRect">
            <a:avLst>
              <a:gd name="adj" fmla="val 2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6090" y="31546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8890" y="4114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8890" y="44805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PRR / χ² disproportionality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84973" y="2834640"/>
            <a:ext cx="1097280" cy="1097280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4973" y="31546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7773" y="4114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Investigate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7773" y="44805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Evidence-backed audit trail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Calibri"/>
              </a:rPr>
              <a:t>MHRA-aligned thresholds  ·  Tamper-evident hash-chained audit  ·  Open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SrotaAI · Real-Time Pharmacovigilance for India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Calibri"/>
              </a:rPr>
              <a:t>LIVE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What's running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Active data pipeline — real numbers from the deployed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5307" y="2743200"/>
            <a:ext cx="1097280" cy="109728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6667" y="40233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6667" y="43891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64027" y="3200400"/>
            <a:ext cx="114300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89907" y="2743200"/>
            <a:ext cx="1097280" cy="10972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1267" y="40233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1267" y="43891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862,852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78627" y="3200400"/>
            <a:ext cx="114300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04507" y="2743200"/>
            <a:ext cx="1097280" cy="109728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5867" y="40233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ENTITIES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867" y="43891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13,370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93227" y="3200400"/>
            <a:ext cx="1143000" cy="18288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19107" y="2743200"/>
            <a:ext cx="1097280" cy="1097280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0467" y="40233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0467" y="43891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12 strong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+ 360 exploratory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5 connector types live: openFDA · Reddit · RSS · HTML stealth · WhatsApp/X fixtures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SrotaAI · Real-Time Pharmacovigilance for 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Calibr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From configuration to confirmed signal in 4 steps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202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8483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Create monitoring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Configure drugs, symptoms, sources, and cadence — no code required.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449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Ingest from live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46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SrotaAI continuously pulls public healthcare discussions across channels.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4048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794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Signal emerges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PRR, χ², and IC disproportionality with MHRA thresholds promote pairs to signals.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80060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6519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Investigation 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66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Every signal traces back to evidence, sentiment trends, and source attribution.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SrotaAI · Real-Time Pharmacovigilance for 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Calibri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Signal intelligence — not just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2120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4748B"/>
                </a:solidFill>
                <a:latin typeface="Calibri"/>
              </a:rPr>
              <a:t>Traditional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21208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SrotaAI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5212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331720"/>
            <a:ext cx="521208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Keyword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2316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Calibri"/>
              </a:rPr>
              <a:t>Signal intelligence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52120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926080"/>
            <a:ext cx="521208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01752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Calibri"/>
              </a:rPr>
              <a:t>Investigation workflows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20440"/>
            <a:ext cx="5212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520440"/>
            <a:ext cx="521208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Static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61188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Calibri"/>
              </a:rPr>
              <a:t>Continuous monitoring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52120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521208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0624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Isolated mentions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20624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Calibri"/>
              </a:rPr>
              <a:t>Explainable correlations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5212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709160"/>
            <a:ext cx="521208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0060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Calibri"/>
              </a:rPr>
              <a:t>Black-box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80060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Calibri"/>
              </a:rPr>
              <a:t>Evidence-backed reasoning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SrotaAI · Real-Time Pharmacovigilance for India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Calibri"/>
              </a:rPr>
              <a:t>HONEST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What's a prototype today, what's production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706"/>
                </a:solidFill>
                <a:latin typeface="Calibri"/>
              </a:rPr>
              <a:t>TODAY (PROTOTYPE LIMITATIONS)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Symptom dictionary is curated, not full MedDRA — small entity coverage limits record-to-signal yield.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Anonymous Reddit &amp; openFDA only — no Twitter/X firehose, no WhatsApp Business at scale.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Signal trends require a 2nd run to compute (rising / falling) — first run shows 'preliminary'.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Hindi / regional language NER not yet wired (English + transliteration only).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Adding a new connector type today still needs a Python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59669"/>
                </a:solidFill>
                <a:latin typeface="Calibri"/>
              </a:rPr>
              <a:t>PRODUCTION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Full MedDRA SOC/PT integration once we receive the official MSSO key — 26K terms, real-world recall.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Agentic source onboarder: an LLM writes new BaseConnector subclasses on demand from a URL + sample.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Multilingual NER (Hindi / Tamil / Bengali / Marathi) via IndicBERT-style fine-tunes.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Graph-based signal intelligence — surface indirect drug-class effects across 1Cr+ records.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•  </a:t>
            </a:r>
            <a:r>
              <a:rPr sz="1400">
                <a:solidFill>
                  <a:srgbClr val="0F172A"/>
                </a:solidFill>
                <a:latin typeface="Calibri"/>
              </a:rPr>
              <a:t>Open-by-default monitoring: track a drug with no symptom hypothesis (anomaly-driven).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SrotaAI · Real-Time Pharmacovigilance for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563EB"/>
                </a:solidFill>
                <a:latin typeface="Calibri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Why earlier signal visibility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2120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Faster investigations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PV teams stop firefighting; they investigate before signals become news.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2120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Better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9748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Triage, evidence, and audit in one place — replaces spreadsheets and email chains.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52120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20624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Proactive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Continuous listening across India's fragmented healthcare conversation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206240"/>
            <a:ext cx="52120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20624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4805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Calibri"/>
              </a:rPr>
              <a:t>Patient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07492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Explainable signals that regulators, hospitals, and pharma can defensibly act 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SrotaAI · Real-Time Pharmacovigilance for 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BD5E1"/>
                </a:solidFill>
                <a:latin typeface="Calibri"/>
              </a:rPr>
              <a:t>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SrotaAI transforms fragmented patient conversations</a:t>
            </a:r>
          </a:p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into explainable healthcare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563EB"/>
                </a:solidFill>
                <a:latin typeface="Calibri"/>
              </a:rPr>
              <a:t>github.com/KritikaTri/srota-ai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AI for Bharat 2026  ·  Theme 6  ·  Real-Time Social Listening for Patient Safety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